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讲解备注：追加审批条件仅适用于企业订单。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1 页。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2 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3 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4 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5 页。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6 页。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7 页。</a:t>
            </a:r>
          </a:p>
        </p:txBody>
      </p:sp>
    </p:spTree>
  </p:cSld>
  <p:clrMapOvr>
    <a:masterClrMapping/>
  </p:clrMapOvr>
</p:sld>
</file>

<file path=ppt/slides/slide8.xml><broken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