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讲解备注：追加审批条件仅适用于企业订单。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1 页。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2 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3 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4 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5 页。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6 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前置示例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本页条件仅属于原第 7 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退款审批流程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3716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企业订单</a:t>
            </a:r>
          </a:p>
          <a:p>
            <a:pPr lvl="1"/>
            <a:r>
              <a:t>提交申请</a:t>
            </a:r>
          </a:p>
          <a:p>
            <a:pPr lvl="1"/>
            <a:r>
              <a:t>财务审核</a:t>
            </a:r>
          </a:p>
          <a:p>
            <a:pPr lvl="1"/>
            <a:r>
              <a:t>退款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普通订单</a:t>
            </a:r>
          </a:p>
          <a:p>
            <a:pPr lvl="1"/>
            <a:r>
              <a:t>提交申请</a:t>
            </a:r>
          </a:p>
          <a:p>
            <a:pPr lvl="1"/>
            <a:r>
              <a:t>客服审核</a:t>
            </a:r>
          </a:p>
          <a:p>
            <a:pPr lvl="1"/>
            <a:r>
              <a:t>退款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企业订单超过1万元，需负责人追加审批。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0" y="2743200"/>
            <a:ext cx="0" cy="9144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