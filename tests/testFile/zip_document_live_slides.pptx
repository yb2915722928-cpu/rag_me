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Start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Disconnect power before maintenance.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Maintenance Schedule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Equipment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Interval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Pump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Valve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Quarterly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