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4572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914400">
                <a:tc>
                  <a:txBody>
                    <a:bodyPr/>
                    <a:lstStyle/>
                    <a:p>
                      <a:r>
                        <a:t>订单类型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审核部门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普通订单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客服 &lt;审核&gt; &amp; 退款</a:t>
                      </a:r>
                    </a:p>
                    <a:p>
                      <a:r>
                        <a:t>原文说明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2743200"/>
          <a:ext cx="4572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914400">
                <a:tc rowSpan="2">
                  <a:txBody>
                    <a:bodyPr/>
                    <a:lstStyle/>
                    <a:p>
                      <a:r>
                        <a:t>企业订单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财务审核</a:t>
                      </a:r>
                    </a:p>
                  </a:txBody>
                  <a:tcPr/>
                </a:tc>
              </a:tr>
              <a:tr h="914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超过1万元追加负责人审批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