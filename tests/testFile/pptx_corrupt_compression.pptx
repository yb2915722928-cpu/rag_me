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讲解备注：追加审批条件仅适用于企业订单。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前置示例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本页条件仅属于原第 1 页。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前置示例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本页条件仅属于原第 2 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前置示例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本页条件仅属于原第 3 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前置示例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本页条件仅属于原第 4 页。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前置示例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本页条件仅属于原第 5 页。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前置示例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本页条件仅属于原第 6 页。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前置示例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本页条件仅属于原第 7 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