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空白矩形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仅空白字符的矩形"/>
          <p:cNvSpPr/>
          <p:nvPr/>
        </p:nvSpPr>
        <p:spPr>
          <a:xfrm>
            <a:off x="36576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 	</a:t>
            </a:r>
          </a:p>
          <a:p>
            <a:br/>
            <a:r>
              <a:t> </a:t>
            </a:r>
          </a:p>
        </p:txBody>
      </p:sp>
      <p:sp>
        <p:nvSpPr>
          <p:cNvPr id="4" name="空白文本框"/>
          <p:cNvSpPr txBox="1"/>
          <p:nvPr/>
        </p:nvSpPr>
        <p:spPr>
          <a:xfrm>
            <a:off x="914400" y="27432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  <a:p>
            <a:pPr lvl="1"/>
            <a:r>
              <a:t> 	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