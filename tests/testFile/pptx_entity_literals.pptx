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AT&amp;amp;T &amp;lt;10000 &amp;copy;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AT&amp;amp;T &amp;lt;10000 &amp;copy;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AT&amp;amp;T &amp;lt;10000 &amp;copy;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