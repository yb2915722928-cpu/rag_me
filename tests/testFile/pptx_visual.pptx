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审批步骤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普通订单</c:v>
                </c:pt>
                <c:pt idx="1">
                  <c:v>企业订单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1371600" y="685800"/>
            <a:ext cx="4114800" cy="1371600"/>
            <a:chOff x="457200" y="457200"/>
            <a:chExt cx="2743200" cy="1371600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457200"/>
              <a:ext cx="274320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/>
              <a:r>
                <a:t>组合内说明</a:t>
              </a:r>
            </a:p>
            <a:p>
              <a:pPr lvl="1"/>
              <a:r>
                <a:t>#不是标题 &lt;b&gt;原文&lt;/b&gt;</a:t>
              </a:r>
            </a:p>
          </p:txBody>
        </p:sp>
      </p:grpSp>
      <p:sp>
        <p:nvSpPr>
          <p:cNvPr id="4" name="Right Arrow 3"/>
          <p:cNvSpPr/>
          <p:nvPr/>
        </p:nvSpPr>
        <p:spPr>
          <a:xfrm>
            <a:off x="3657600" y="9144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视觉步骤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订单类型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审核部门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企业订单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财务审核</a:t>
                      </a:r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r>
                        <a:t>企业专属追加审批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0" y="2743200"/>
          <a:ext cx="27432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Object 6"/>
          <p:cNvGraphicFramePr>
            <a:graphicFrameLocks noGrp="1"/>
          </p:cNvGraphicFramePr>
          <p:nvPr/>
        </p:nvGraphicFramePr>
        <p:xfrm>
          <a:off x="5486400" y="5029200"/>
          <a:ext cx="965200" cy="609600"/>
        </p:xfrm>
        <a:graphic>
          <a:graphicData uri="http://schemas.openxmlformats.org/presentationml/2006/ole">
            <p:oleObj showAsIcon="1" r:id="rId3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486400" y="5029200"/>
                    <a:ext cx="965200" cy="609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8" name="Picture 7" descr="pptx_visu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